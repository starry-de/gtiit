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39" autoAdjust="0"/>
    <p:restoredTop sz="94660"/>
  </p:normalViewPr>
  <p:slideViewPr>
    <p:cSldViewPr snapToGrid="0">
      <p:cViewPr>
        <p:scale>
          <a:sx n="33" d="100"/>
          <a:sy n="33" d="100"/>
        </p:scale>
        <p:origin x="2160" y="1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71D9C-B506-27A1-FAD0-C1C9D768A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9E7B92-2446-D27C-7374-F7C2E0AB2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9F634-C406-BE5F-3B60-FDD52BC9C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69CF54-367F-1CFC-AB53-11234434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F2C3C0-AB25-1DA3-644A-F7C7D927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04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A237F-93A4-9656-BACA-04F35F8A4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7E4203-767A-A9F7-F667-BACD4CD41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15F498-93C6-5413-F6ED-41F5CE53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51142C-A945-98C8-7970-6E70D8CDC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A88AE-FDBD-1880-1F6D-F3A2D42C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B6CF9-CE94-8A5E-0D8F-35F0D487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DDC77E-6308-8A14-6813-E570F7251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104AB2-4187-4168-8AF5-FC7D66FD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4C257-945E-32FF-4A2A-638CB965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DF8CA8-A9AF-FC17-39C3-C24ECE27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51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F3488-F1D8-0694-83C0-170B7B672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1C63C3-AF1F-E7D3-0B18-5FFC39A62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5704D8-ED09-C674-CFD1-168AE7E6F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F51EC6-3CCF-31D7-B3F1-94BE6C095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7566B-031F-28A8-1D94-A0376F3B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FA10EA-D1B1-7832-B81D-A8EB7B69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21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B1D79-C120-ED3D-C6D5-F0BA393F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BA0FEC-5E96-4743-A17E-7BBE40102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1FDD4A-3F19-D8C6-8D83-BE1A13E09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48EABB-7C29-32AD-2290-A099155E5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2E21A8-6F17-1AEE-B31A-A0571F8AA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9B1FC8-0145-D90D-ECCC-AF8DAC7E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E55E60-E741-D890-D0BD-06944993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18A61F-70F9-1DAA-26D0-A690CAA0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78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2598F-C729-2BAD-534C-0CD37344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3B4492-5D71-BE26-4515-88CBE1BD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DB03C0-0699-993A-ED25-8A88441A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3CE9C9-8B55-2CF8-FD8C-CA230B5C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50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A48FE3-AF19-57DB-2EC6-AD41D3DE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C56178-BC77-4D62-FF26-EC64EF97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CEB2E0-E8B0-4B95-C403-F1C6B0FB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918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D444B-BFB6-7BDF-E1ED-886E8D2D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053EA5-5606-B3CB-F27F-BE852488C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E2F6-1FC4-FF56-FCD5-E09B67AA9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6D2B61-9FA9-B9E0-21B8-F6DF5C99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7F034-E8F0-1384-CA95-3E0C2547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80CFCD-C0B0-2B24-ED7C-E0246EF8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47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D3BDD-2F50-9A02-E248-D875FFF39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D7C8F9-8162-FB2B-1866-EC9574CE3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CBBAF0-4319-8ACA-572E-5283931B6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15391-164B-96C2-4751-86C811146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B75426-9319-31CD-35D9-C6CED677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1115F0-F525-63A7-E471-CEF01DA8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082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D4059-D1E5-2331-5749-633243A1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9F1E8C-0193-4B5B-689D-F8AE63F52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950905-BE31-59A4-430D-145F2C5B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7BF2B3-639C-88ED-D8A4-8BFC690BB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69DDF5-E770-8FBD-26EC-BF45459E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34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3DA939-E8CF-7040-B921-DDCA7AA0B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87C3DE-E574-93E4-BD1D-56DF3ACCA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D52FDF-D9E1-CC14-B6D7-C4C25CF9B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820F6E-8E1E-7064-B4E5-2599DB117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3A1AE9-0368-0458-7898-A61871892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53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B2B0A9-3BC1-3814-F18E-CBDADC6B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B355D0-D77E-AEA5-2380-98EE0C7CA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0E090D-7F0C-08DC-14B9-7719757D2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B07D8-2DF0-4383-B602-24E4143082A5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927CD-20BF-82A8-A631-518560861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6B49A9-C2CE-86FA-6433-DA681C8F8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CF059-6551-4C0A-873F-63C6831C0F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373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8EBBD-7B01-C656-3A7A-5D54D0158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3488" y="2618696"/>
            <a:ext cx="1602512" cy="1620607"/>
          </a:xfrm>
        </p:spPr>
        <p:txBody>
          <a:bodyPr>
            <a:normAutofit/>
          </a:bodyPr>
          <a:lstStyle/>
          <a:p>
            <a:r>
              <a:rPr lang="en-GB" sz="9600" dirty="0">
                <a:latin typeface="Arial Black" panose="020B0A04020102020204" pitchFamily="34" charset="0"/>
              </a:rPr>
              <a:t>L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BE5D44EF-59B0-5079-9908-AE571D0CCACB}"/>
              </a:ext>
            </a:extLst>
          </p:cNvPr>
          <p:cNvSpPr txBox="1">
            <a:spLocks/>
          </p:cNvSpPr>
          <p:nvPr/>
        </p:nvSpPr>
        <p:spPr>
          <a:xfrm>
            <a:off x="2890976" y="2618697"/>
            <a:ext cx="1602512" cy="1620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9600" dirty="0">
                <a:latin typeface="Arial Black" panose="020B0A04020102020204" pitchFamily="34" charset="0"/>
              </a:rPr>
              <a:t>D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53C8B5C4-13E5-C52F-3FEB-9EDA910C1A80}"/>
              </a:ext>
            </a:extLst>
          </p:cNvPr>
          <p:cNvSpPr txBox="1">
            <a:spLocks/>
          </p:cNvSpPr>
          <p:nvPr/>
        </p:nvSpPr>
        <p:spPr>
          <a:xfrm>
            <a:off x="6096000" y="2618695"/>
            <a:ext cx="1602512" cy="1620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9600" dirty="0"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D99B662D-6C92-CA7B-D2DA-B855BEFC079F}"/>
              </a:ext>
            </a:extLst>
          </p:cNvPr>
          <p:cNvSpPr txBox="1">
            <a:spLocks/>
          </p:cNvSpPr>
          <p:nvPr/>
        </p:nvSpPr>
        <p:spPr>
          <a:xfrm>
            <a:off x="7698512" y="2618695"/>
            <a:ext cx="1602512" cy="1620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9600" dirty="0"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9AF3F3-D9F0-B3C8-F934-80B077B27AC4}"/>
              </a:ext>
            </a:extLst>
          </p:cNvPr>
          <p:cNvSpPr txBox="1"/>
          <p:nvPr/>
        </p:nvSpPr>
        <p:spPr>
          <a:xfrm>
            <a:off x="4315132" y="689786"/>
            <a:ext cx="3561736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5000" b="1" dirty="0">
                <a:ln w="0"/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？</a:t>
            </a:r>
            <a:endParaRPr lang="en-GB" sz="35000" b="1" dirty="0">
              <a:ln w="0"/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39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5" grpId="2"/>
      <p:bldP spid="5" grpId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8EBBD-7B01-C656-3A7A-5D54D0158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90" y="1860598"/>
            <a:ext cx="1602512" cy="1620607"/>
          </a:xfrm>
        </p:spPr>
        <p:txBody>
          <a:bodyPr>
            <a:normAutofit/>
          </a:bodyPr>
          <a:lstStyle/>
          <a:p>
            <a:r>
              <a:rPr lang="en-GB" sz="9600" dirty="0">
                <a:latin typeface="Arial Black" panose="020B0A04020102020204" pitchFamily="34" charset="0"/>
              </a:rPr>
              <a:t>L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BE5D44EF-59B0-5079-9908-AE571D0CCACB}"/>
              </a:ext>
            </a:extLst>
          </p:cNvPr>
          <p:cNvSpPr txBox="1">
            <a:spLocks/>
          </p:cNvSpPr>
          <p:nvPr/>
        </p:nvSpPr>
        <p:spPr>
          <a:xfrm>
            <a:off x="669590" y="269488"/>
            <a:ext cx="1602512" cy="1620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9600" dirty="0">
                <a:latin typeface="Arial Black" panose="020B0A04020102020204" pitchFamily="34" charset="0"/>
              </a:rPr>
              <a:t>D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53C8B5C4-13E5-C52F-3FEB-9EDA910C1A80}"/>
              </a:ext>
            </a:extLst>
          </p:cNvPr>
          <p:cNvSpPr txBox="1">
            <a:spLocks/>
          </p:cNvSpPr>
          <p:nvPr/>
        </p:nvSpPr>
        <p:spPr>
          <a:xfrm>
            <a:off x="669590" y="3481205"/>
            <a:ext cx="1602512" cy="1620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9600" dirty="0"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D99B662D-6C92-CA7B-D2DA-B855BEFC079F}"/>
              </a:ext>
            </a:extLst>
          </p:cNvPr>
          <p:cNvSpPr txBox="1">
            <a:spLocks/>
          </p:cNvSpPr>
          <p:nvPr/>
        </p:nvSpPr>
        <p:spPr>
          <a:xfrm>
            <a:off x="669590" y="5072315"/>
            <a:ext cx="1602512" cy="1620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9600" dirty="0"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133ECC9-0CC1-2C4B-BE06-41B3972E1F9A}"/>
              </a:ext>
            </a:extLst>
          </p:cNvPr>
          <p:cNvSpPr txBox="1">
            <a:spLocks/>
          </p:cNvSpPr>
          <p:nvPr/>
        </p:nvSpPr>
        <p:spPr>
          <a:xfrm>
            <a:off x="1738702" y="252085"/>
            <a:ext cx="4620869" cy="1620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9600" dirty="0">
                <a:latin typeface="Arial Black" panose="020B0A04020102020204" pitchFamily="34" charset="0"/>
              </a:rPr>
              <a:t>e </a:t>
            </a:r>
            <a:r>
              <a:rPr lang="en-GB" sz="9600" dirty="0" err="1">
                <a:latin typeface="Arial Black" panose="020B0A04020102020204" pitchFamily="34" charset="0"/>
              </a:rPr>
              <a:t>e</a:t>
            </a:r>
            <a:r>
              <a:rPr lang="en-GB" sz="9600" dirty="0">
                <a:latin typeface="Arial Black" panose="020B0A04020102020204" pitchFamily="34" charset="0"/>
              </a:rPr>
              <a:t> p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84D9B1F-8291-E00B-3327-05A32F16B289}"/>
              </a:ext>
            </a:extLst>
          </p:cNvPr>
          <p:cNvSpPr txBox="1">
            <a:spLocks/>
          </p:cNvSpPr>
          <p:nvPr/>
        </p:nvSpPr>
        <p:spPr>
          <a:xfrm>
            <a:off x="1959428" y="1900319"/>
            <a:ext cx="8273143" cy="1620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9600" dirty="0">
                <a:solidFill>
                  <a:schemeClr val="accent6"/>
                </a:solidFill>
                <a:latin typeface="Arial Black" panose="020B0A04020102020204" pitchFamily="34" charset="0"/>
              </a:rPr>
              <a:t>e a r n </a:t>
            </a:r>
            <a:r>
              <a:rPr lang="en-GB" sz="9600" dirty="0" err="1">
                <a:solidFill>
                  <a:schemeClr val="accent6"/>
                </a:solidFill>
                <a:latin typeface="Arial Black" panose="020B0A04020102020204" pitchFamily="34" charset="0"/>
              </a:rPr>
              <a:t>i</a:t>
            </a:r>
            <a:r>
              <a:rPr lang="en-GB" sz="9600" dirty="0">
                <a:solidFill>
                  <a:schemeClr val="accent6"/>
                </a:solidFill>
                <a:latin typeface="Arial Black" panose="020B0A04020102020204" pitchFamily="34" charset="0"/>
              </a:rPr>
              <a:t> n g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94937C7-7745-2132-2685-81DB9493D977}"/>
              </a:ext>
            </a:extLst>
          </p:cNvPr>
          <p:cNvSpPr txBox="1">
            <a:spLocks/>
          </p:cNvSpPr>
          <p:nvPr/>
        </p:nvSpPr>
        <p:spPr>
          <a:xfrm>
            <a:off x="1959428" y="3528105"/>
            <a:ext cx="5246915" cy="1620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atin typeface="Arial Black" panose="020B0A04020102020204" pitchFamily="34" charset="0"/>
              </a:rPr>
              <a:t>u p e r </a:t>
            </a:r>
            <a:endParaRPr lang="en-GB" sz="9600" dirty="0">
              <a:latin typeface="Arial Black" panose="020B0A04020102020204" pitchFamily="34" charset="0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C8AEDA3-7EB4-1827-669C-F7EB7130C080}"/>
              </a:ext>
            </a:extLst>
          </p:cNvPr>
          <p:cNvSpPr txBox="1">
            <a:spLocks/>
          </p:cNvSpPr>
          <p:nvPr/>
        </p:nvSpPr>
        <p:spPr>
          <a:xfrm>
            <a:off x="1959428" y="5062091"/>
            <a:ext cx="8675915" cy="16206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ln w="5715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Black" panose="020B0A04020102020204" pitchFamily="34" charset="0"/>
              </a:rPr>
              <a:t>a m p l </a:t>
            </a:r>
            <a:r>
              <a:rPr lang="en-US" sz="9600" dirty="0" err="1">
                <a:ln w="5715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Black" panose="020B0A04020102020204" pitchFamily="34" charset="0"/>
              </a:rPr>
              <a:t>i</a:t>
            </a:r>
            <a:r>
              <a:rPr lang="en-US" sz="9600" dirty="0">
                <a:ln w="5715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 Black" panose="020B0A04020102020204" pitchFamily="34" charset="0"/>
              </a:rPr>
              <a:t> n g </a:t>
            </a:r>
            <a:endParaRPr lang="en-GB" sz="9600" dirty="0">
              <a:ln w="57150">
                <a:solidFill>
                  <a:schemeClr val="tx1"/>
                </a:solidFill>
              </a:ln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BCDF8D-B4E1-D802-6DAE-6B09EB4E4A83}"/>
              </a:ext>
            </a:extLst>
          </p:cNvPr>
          <p:cNvSpPr txBox="1"/>
          <p:nvPr/>
        </p:nvSpPr>
        <p:spPr>
          <a:xfrm>
            <a:off x="7922712" y="725848"/>
            <a:ext cx="31690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070C0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帧率↑ 画质↑</a:t>
            </a:r>
            <a:endParaRPr lang="en-GB" sz="4000" dirty="0">
              <a:solidFill>
                <a:srgbClr val="0070C0"/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pic>
        <p:nvPicPr>
          <p:cNvPr id="2050" name="Picture 2" descr="回收 英伟达 gpu芯片.gh100">
            <a:extLst>
              <a:ext uri="{FF2B5EF4-FFF2-40B4-BE49-F238E27FC236}">
                <a16:creationId xmlns:a16="http://schemas.microsoft.com/office/drawing/2014/main" id="{1F717105-8F4B-C84F-D714-4B416D097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628" y="3720097"/>
            <a:ext cx="1959429" cy="133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 descr="日程表&#10;&#10;AI 生成的内容可能不正确。">
            <a:extLst>
              <a:ext uri="{FF2B5EF4-FFF2-40B4-BE49-F238E27FC236}">
                <a16:creationId xmlns:a16="http://schemas.microsoft.com/office/drawing/2014/main" id="{50BBD95C-512F-934E-DB31-F0140722A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24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夜晚城市街道与高楼大厦的海报&#10;&#10;AI 生成的内容可能不正确。">
            <a:extLst>
              <a:ext uri="{FF2B5EF4-FFF2-40B4-BE49-F238E27FC236}">
                <a16:creationId xmlns:a16="http://schemas.microsoft.com/office/drawing/2014/main" id="{8D98B06A-00C5-CFF6-F9C9-F101DF723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743" y="0"/>
            <a:ext cx="13131802" cy="71628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F6396711-EB03-053D-6F7E-C40058F4B491}"/>
              </a:ext>
            </a:extLst>
          </p:cNvPr>
          <p:cNvSpPr/>
          <p:nvPr/>
        </p:nvSpPr>
        <p:spPr>
          <a:xfrm>
            <a:off x="-119743" y="448887"/>
            <a:ext cx="2069869" cy="88114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1F7023-9F70-73D4-D416-E854F0D02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378" y="448887"/>
            <a:ext cx="2127688" cy="93276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5036CAE-D732-185F-6F0B-D9FAE0148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8" y="3189829"/>
            <a:ext cx="2127688" cy="9327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A3C4D60-9842-5E31-4277-8E856AA16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820" y="3220822"/>
            <a:ext cx="2706993" cy="93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3181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2A14544-22A4-13FE-661B-13D697987CF8}"/>
              </a:ext>
            </a:extLst>
          </p:cNvPr>
          <p:cNvSpPr txBox="1"/>
          <p:nvPr/>
        </p:nvSpPr>
        <p:spPr>
          <a:xfrm>
            <a:off x="2254827" y="1536174"/>
            <a:ext cx="76823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dirty="0">
                <a:latin typeface="Arial Black" panose="020B0A04020102020204" pitchFamily="34" charset="0"/>
              </a:rPr>
              <a:t>Does </a:t>
            </a:r>
            <a:r>
              <a:rPr lang="en-GB" sz="8000" dirty="0">
                <a:solidFill>
                  <a:srgbClr val="FF0000"/>
                </a:solidFill>
                <a:latin typeface="Arial Black" panose="020B0A04020102020204" pitchFamily="34" charset="0"/>
              </a:rPr>
              <a:t>DL</a:t>
            </a:r>
            <a:r>
              <a:rPr lang="en-GB" sz="8000" dirty="0">
                <a:solidFill>
                  <a:schemeClr val="accent6"/>
                </a:solidFill>
                <a:latin typeface="Arial Black" panose="020B0A04020102020204" pitchFamily="34" charset="0"/>
              </a:rPr>
              <a:t>SS</a:t>
            </a:r>
            <a:r>
              <a:rPr lang="en-GB" sz="8000" dirty="0">
                <a:latin typeface="Arial Black" panose="020B0A04020102020204" pitchFamily="34" charset="0"/>
              </a:rPr>
              <a:t> always bring benefits?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10C862-2DAF-719C-B708-ABBC399C5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7073469" cy="590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 descr="男人站在汽车旁边&#10;&#10;AI 生成的内容可能不正确。">
            <a:extLst>
              <a:ext uri="{FF2B5EF4-FFF2-40B4-BE49-F238E27FC236}">
                <a16:creationId xmlns:a16="http://schemas.microsoft.com/office/drawing/2014/main" id="{3C7A0BD4-48DC-3DA5-A7AB-159A7FEAB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582" y="1066800"/>
            <a:ext cx="10287000" cy="57912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55041A3-8C90-76D4-05ED-1C09020E7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75737"/>
            <a:ext cx="12192000" cy="590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2638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B4799EC-E5DA-C7F9-DD1C-6114158DE202}"/>
              </a:ext>
            </a:extLst>
          </p:cNvPr>
          <p:cNvGrpSpPr/>
          <p:nvPr/>
        </p:nvGrpSpPr>
        <p:grpSpPr>
          <a:xfrm>
            <a:off x="1939637" y="457289"/>
            <a:ext cx="8312726" cy="5943421"/>
            <a:chOff x="1939637" y="457289"/>
            <a:chExt cx="8312726" cy="5943421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219E9D9-6E75-E6DD-A9E0-60361B4851C7}"/>
                </a:ext>
              </a:extLst>
            </p:cNvPr>
            <p:cNvGrpSpPr/>
            <p:nvPr/>
          </p:nvGrpSpPr>
          <p:grpSpPr>
            <a:xfrm>
              <a:off x="5464230" y="457289"/>
              <a:ext cx="2992583" cy="5943421"/>
              <a:chOff x="10177547" y="0"/>
              <a:chExt cx="2992583" cy="5943421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04C858F-F326-8DE2-4864-CCED068F94AD}"/>
                  </a:ext>
                </a:extLst>
              </p:cNvPr>
              <p:cNvSpPr txBox="1"/>
              <p:nvPr/>
            </p:nvSpPr>
            <p:spPr>
              <a:xfrm>
                <a:off x="10177547" y="1234440"/>
                <a:ext cx="2917767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0000" dirty="0">
                    <a:solidFill>
                      <a:srgbClr val="FF0000">
                        <a:alpha val="50000"/>
                      </a:srgbClr>
                    </a:solidFill>
                    <a:latin typeface="Bauhaus 93" panose="04030905020B02020C02" pitchFamily="82" charset="0"/>
                  </a:rPr>
                  <a:t>.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A7C481E-906D-7967-B612-A38932701A8D}"/>
                  </a:ext>
                </a:extLst>
              </p:cNvPr>
              <p:cNvSpPr txBox="1"/>
              <p:nvPr/>
            </p:nvSpPr>
            <p:spPr>
              <a:xfrm>
                <a:off x="10252363" y="0"/>
                <a:ext cx="2917767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0000" dirty="0">
                    <a:solidFill>
                      <a:srgbClr val="FF0000">
                        <a:alpha val="50000"/>
                      </a:srgbClr>
                    </a:solidFill>
                    <a:latin typeface="Bauhaus 93" panose="04030905020B02020C02" pitchFamily="82" charset="0"/>
                  </a:rPr>
                  <a:t>I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63E0123-7E45-4C3D-F236-E3EECBF0DA63}"/>
                </a:ext>
              </a:extLst>
            </p:cNvPr>
            <p:cNvSpPr txBox="1"/>
            <p:nvPr/>
          </p:nvSpPr>
          <p:spPr>
            <a:xfrm>
              <a:off x="1939637" y="2033769"/>
              <a:ext cx="8312726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200" dirty="0">
                  <a:latin typeface="Arial Black" panose="020B0A04020102020204" pitchFamily="34" charset="0"/>
                </a:rPr>
                <a:t>Image distortion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B6B4C7D-84FD-43CA-64B8-256D39880D39}"/>
                </a:ext>
              </a:extLst>
            </p:cNvPr>
            <p:cNvSpPr txBox="1"/>
            <p:nvPr/>
          </p:nvSpPr>
          <p:spPr>
            <a:xfrm>
              <a:off x="4603865" y="4336630"/>
              <a:ext cx="351628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dirty="0">
                  <a:latin typeface="优设标题黑" panose="00000500000000000000" pitchFamily="2" charset="-122"/>
                  <a:ea typeface="优设标题黑" panose="00000500000000000000" pitchFamily="2" charset="-122"/>
                </a:rPr>
                <a:t>画面失真</a:t>
              </a:r>
              <a:endParaRPr lang="en-GB" sz="5400" dirty="0"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961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1B4799EC-E5DA-C7F9-DD1C-6114158DE202}"/>
              </a:ext>
            </a:extLst>
          </p:cNvPr>
          <p:cNvGrpSpPr/>
          <p:nvPr/>
        </p:nvGrpSpPr>
        <p:grpSpPr>
          <a:xfrm>
            <a:off x="1939637" y="457289"/>
            <a:ext cx="8312726" cy="5943421"/>
            <a:chOff x="1939637" y="457289"/>
            <a:chExt cx="8312726" cy="5943421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219E9D9-6E75-E6DD-A9E0-60361B4851C7}"/>
                </a:ext>
              </a:extLst>
            </p:cNvPr>
            <p:cNvGrpSpPr/>
            <p:nvPr/>
          </p:nvGrpSpPr>
          <p:grpSpPr>
            <a:xfrm>
              <a:off x="5464230" y="457289"/>
              <a:ext cx="2992583" cy="5943421"/>
              <a:chOff x="10177547" y="0"/>
              <a:chExt cx="2992583" cy="5943421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04C858F-F326-8DE2-4864-CCED068F94AD}"/>
                  </a:ext>
                </a:extLst>
              </p:cNvPr>
              <p:cNvSpPr txBox="1"/>
              <p:nvPr/>
            </p:nvSpPr>
            <p:spPr>
              <a:xfrm>
                <a:off x="10177547" y="1234440"/>
                <a:ext cx="2917767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0000" dirty="0">
                    <a:solidFill>
                      <a:srgbClr val="FF0000">
                        <a:alpha val="50000"/>
                      </a:srgbClr>
                    </a:solidFill>
                    <a:latin typeface="Bauhaus 93" panose="04030905020B02020C02" pitchFamily="82" charset="0"/>
                  </a:rPr>
                  <a:t>.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A7C481E-906D-7967-B612-A38932701A8D}"/>
                  </a:ext>
                </a:extLst>
              </p:cNvPr>
              <p:cNvSpPr txBox="1"/>
              <p:nvPr/>
            </p:nvSpPr>
            <p:spPr>
              <a:xfrm>
                <a:off x="10252363" y="0"/>
                <a:ext cx="2917767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0000" dirty="0">
                    <a:solidFill>
                      <a:srgbClr val="FF0000">
                        <a:alpha val="50000"/>
                      </a:srgbClr>
                    </a:solidFill>
                    <a:latin typeface="Bauhaus 93" panose="04030905020B02020C02" pitchFamily="82" charset="0"/>
                  </a:rPr>
                  <a:t>I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63E0123-7E45-4C3D-F236-E3EECBF0DA63}"/>
                </a:ext>
              </a:extLst>
            </p:cNvPr>
            <p:cNvSpPr txBox="1"/>
            <p:nvPr/>
          </p:nvSpPr>
          <p:spPr>
            <a:xfrm>
              <a:off x="1939637" y="2033769"/>
              <a:ext cx="8312726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200" dirty="0">
                  <a:latin typeface="Arial Black" panose="020B0A04020102020204" pitchFamily="34" charset="0"/>
                </a:rPr>
                <a:t>Technological Laziness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B6B4C7D-84FD-43CA-64B8-256D39880D39}"/>
                </a:ext>
              </a:extLst>
            </p:cNvPr>
            <p:cNvSpPr txBox="1"/>
            <p:nvPr/>
          </p:nvSpPr>
          <p:spPr>
            <a:xfrm>
              <a:off x="4886498" y="4311691"/>
              <a:ext cx="281108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5400" dirty="0"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技术惰性</a:t>
              </a:r>
              <a:endParaRPr lang="en-GB" sz="5400" dirty="0"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7700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54</Words>
  <Application>Microsoft Office PowerPoint</Application>
  <PresentationFormat>宽屏</PresentationFormat>
  <Paragraphs>23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优设标题黑</vt:lpstr>
      <vt:lpstr>Aptos</vt:lpstr>
      <vt:lpstr>Aptos Display</vt:lpstr>
      <vt:lpstr>Arial</vt:lpstr>
      <vt:lpstr>Arial Black</vt:lpstr>
      <vt:lpstr>Bauhaus 93</vt:lpstr>
      <vt:lpstr>Office 主题​​</vt:lpstr>
      <vt:lpstr>L</vt:lpstr>
      <vt:lpstr>L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Mingde HE (800015497)</dc:creator>
  <cp:lastModifiedBy>Mingde HE (800015497)</cp:lastModifiedBy>
  <cp:revision>2</cp:revision>
  <dcterms:created xsi:type="dcterms:W3CDTF">2026-04-27T05:41:43Z</dcterms:created>
  <dcterms:modified xsi:type="dcterms:W3CDTF">2026-04-28T11:58:45Z</dcterms:modified>
</cp:coreProperties>
</file>